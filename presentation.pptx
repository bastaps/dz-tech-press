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FFFFFF"/>
                </a:solidFill>
              </a:defRPr>
            </a:pPr>
            <a:r>
              <a:t>Algeria Tech Infographie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FFFFFF"/>
                </a:solidFill>
              </a:defRPr>
            </a:pPr>
            <a:r>
              <a:t>Télécommunications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371600"/>
          <a:ext cx="73152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731520">
                <a:tc>
                  <a:txBody>
                    <a:bodyPr/>
                    <a:lstStyle/>
                    <a:p>
                      <a:r>
                        <a:t>Indicateur</a:t>
                      </a:r>
                    </a:p>
                  </a:txBody>
                  <a:tcPr>
                    <a:solidFill>
                      <a:srgbClr val="1919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Valeur</a:t>
                      </a:r>
                    </a:p>
                  </a:txBody>
                  <a:tcPr>
                    <a:solidFill>
                      <a:srgbClr val="1919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Unité</a:t>
                      </a:r>
                    </a:p>
                  </a:txBody>
                  <a:tcPr>
                    <a:solidFill>
                      <a:srgbClr val="19197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2400">
                          <a:solidFill>
                            <a:srgbClr val="FFFFFF"/>
                          </a:solidFill>
                        </a:defRPr>
                      </a:pPr>
                      <a:r>
                        <a:t>Abonnés mobiles</a:t>
                      </a:r>
                    </a:p>
                  </a:txBody>
                  <a:tcPr>
                    <a:solidFill>
                      <a:srgbClr val="1919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>
                          <a:solidFill>
                            <a:srgbClr val="FFFFFF"/>
                          </a:solidFill>
                        </a:defRPr>
                      </a:pPr>
                      <a:r>
                        <a:t>45000000</a:t>
                      </a:r>
                    </a:p>
                  </a:txBody>
                  <a:tcPr>
                    <a:solidFill>
                      <a:srgbClr val="1919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>
                          <a:solidFill>
                            <a:srgbClr val="FFFFFF"/>
                          </a:solidFill>
                        </a:defRPr>
                      </a:pPr>
                      <a:r>
                        <a:t>Abonnés</a:t>
                      </a:r>
                    </a:p>
                  </a:txBody>
                  <a:tcPr>
                    <a:solidFill>
                      <a:srgbClr val="19197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2400">
                          <a:solidFill>
                            <a:srgbClr val="FFFFFF"/>
                          </a:solidFill>
                        </a:defRPr>
                      </a:pPr>
                      <a:r>
                        <a:t>Téléchargements mobiles</a:t>
                      </a:r>
                    </a:p>
                  </a:txBody>
                  <a:tcPr>
                    <a:solidFill>
                      <a:srgbClr val="1919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>
                          <a:solidFill>
                            <a:srgbClr val="FFFFFF"/>
                          </a:solidFill>
                        </a:defRPr>
                      </a:pPr>
                      <a:r>
                        <a:t>1200000000000</a:t>
                      </a:r>
                    </a:p>
                  </a:txBody>
                  <a:tcPr>
                    <a:solidFill>
                      <a:srgbClr val="1919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>
                          <a:solidFill>
                            <a:srgbClr val="FFFFFF"/>
                          </a:solidFill>
                        </a:defRPr>
                      </a:pPr>
                      <a:r>
                        <a:t>Go</a:t>
                      </a:r>
                    </a:p>
                  </a:txBody>
                  <a:tcPr>
                    <a:solidFill>
                      <a:srgbClr val="19197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2400">
                          <a:solidFill>
                            <a:srgbClr val="FFFFFF"/>
                          </a:solidFill>
                        </a:defRPr>
                      </a:pPr>
                      <a:r>
                        <a:t>Budget</a:t>
                      </a:r>
                    </a:p>
                  </a:txBody>
                  <a:tcPr>
                    <a:solidFill>
                      <a:srgbClr val="1919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>
                          <a:solidFill>
                            <a:srgbClr val="FFFFFF"/>
                          </a:solidFill>
                        </a:defRPr>
                      </a:pPr>
                      <a:r>
                        <a:t>1500000000</a:t>
                      </a:r>
                    </a:p>
                  </a:txBody>
                  <a:tcPr>
                    <a:solidFill>
                      <a:srgbClr val="1919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>
                          <a:solidFill>
                            <a:srgbClr val="FFFFFF"/>
                          </a:solidFill>
                        </a:defRPr>
                      </a:pPr>
                      <a:r>
                        <a:t>DA</a:t>
                      </a:r>
                    </a:p>
                  </a:txBody>
                  <a:tcPr>
                    <a:solidFill>
                      <a:srgbClr val="19197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FFFFFF"/>
                </a:solidFill>
              </a:defRPr>
            </a:pPr>
            <a:r>
              <a:t>Technologie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371600"/>
          <a:ext cx="73152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731520">
                <a:tc>
                  <a:txBody>
                    <a:bodyPr/>
                    <a:lstStyle/>
                    <a:p>
                      <a:r>
                        <a:t>Indicateur</a:t>
                      </a:r>
                    </a:p>
                  </a:txBody>
                  <a:tcPr>
                    <a:solidFill>
                      <a:srgbClr val="1919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Valeur</a:t>
                      </a:r>
                    </a:p>
                  </a:txBody>
                  <a:tcPr>
                    <a:solidFill>
                      <a:srgbClr val="1919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Unité</a:t>
                      </a:r>
                    </a:p>
                  </a:txBody>
                  <a:tcPr>
                    <a:solidFill>
                      <a:srgbClr val="19197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2400">
                          <a:solidFill>
                            <a:srgbClr val="FFFFFF"/>
                          </a:solidFill>
                        </a:defRPr>
                      </a:pPr>
                      <a:r>
                        <a:t>Entreprises tech</a:t>
                      </a:r>
                    </a:p>
                  </a:txBody>
                  <a:tcPr>
                    <a:solidFill>
                      <a:srgbClr val="1919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>
                          <a:solidFill>
                            <a:srgbClr val="FFFFFF"/>
                          </a:solidFill>
                        </a:defRPr>
                      </a:pPr>
                      <a:r>
                        <a:t>2500</a:t>
                      </a:r>
                    </a:p>
                  </a:txBody>
                  <a:tcPr>
                    <a:solidFill>
                      <a:srgbClr val="1919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9197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2400">
                          <a:solidFill>
                            <a:srgbClr val="FFFFFF"/>
                          </a:solidFill>
                        </a:defRPr>
                      </a:pPr>
                      <a:r>
                        <a:t>Startups</a:t>
                      </a:r>
                    </a:p>
                  </a:txBody>
                  <a:tcPr>
                    <a:solidFill>
                      <a:srgbClr val="1919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>
                          <a:solidFill>
                            <a:srgbClr val="FFFFFF"/>
                          </a:solidFill>
                        </a:defRPr>
                      </a:pPr>
                      <a:r>
                        <a:t>1500</a:t>
                      </a:r>
                    </a:p>
                  </a:txBody>
                  <a:tcPr>
                    <a:solidFill>
                      <a:srgbClr val="1919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9197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2400">
                          <a:solidFill>
                            <a:srgbClr val="FFFFFF"/>
                          </a:solidFill>
                        </a:defRPr>
                      </a:pPr>
                      <a:r>
                        <a:t>Budget R&amp;D</a:t>
                      </a:r>
                    </a:p>
                  </a:txBody>
                  <a:tcPr>
                    <a:solidFill>
                      <a:srgbClr val="1919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>
                          <a:solidFill>
                            <a:srgbClr val="FFFFFF"/>
                          </a:solidFill>
                        </a:defRPr>
                      </a:pPr>
                      <a:r>
                        <a:t>500000000</a:t>
                      </a:r>
                    </a:p>
                  </a:txBody>
                  <a:tcPr>
                    <a:solidFill>
                      <a:srgbClr val="19197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>
                          <a:solidFill>
                            <a:srgbClr val="FFFFFF"/>
                          </a:solidFill>
                        </a:defRPr>
                      </a:pPr>
                      <a:r>
                        <a:t>DA</a:t>
                      </a:r>
                    </a:p>
                  </a:txBody>
                  <a:tcPr>
                    <a:solidFill>
                      <a:srgbClr val="19197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