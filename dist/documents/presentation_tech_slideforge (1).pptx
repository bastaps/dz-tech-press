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Présentation de l'infrastructure technologique et des composants clés.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Innovation &amp; R&amp;D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Projets de recherche et développement pour l'innovation continue.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Sécurité &amp; Conformité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Protocoles de sécurité avancés et conformité aux normes.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Scalabilité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Stratégies de scaling et optimisation des performances.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Intégration &amp;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Connectivité et intégration avec les écosystèmes existants.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Feuille de Route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Roadmap technologique et jalons de déploiement.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70</Words>
  <Application>Microsoft Office PowerPoint</Application>
  <PresentationFormat>Affichage à l'écran (4:3)</PresentationFormat>
  <Paragraphs>12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Architecture Technique</vt:lpstr>
      <vt:lpstr>Innovation &amp; R&amp;D</vt:lpstr>
      <vt:lpstr>Sécurité &amp; Conformité</vt:lpstr>
      <vt:lpstr>Scalabilité &amp; Performance</vt:lpstr>
      <vt:lpstr>Intégration &amp; API</vt:lpstr>
      <vt:lpstr>Feuille de Route Tech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Technique</dc:title>
  <dc:subject/>
  <dc:creator/>
  <cp:keywords/>
  <dc:description>generated using python-pptx</dc:description>
  <cp:lastModifiedBy>Abderrachid Basta</cp:lastModifiedBy>
  <cp:revision>2</cp:revision>
  <dcterms:created xsi:type="dcterms:W3CDTF">2013-01-27T09:14:16Z</dcterms:created>
  <dcterms:modified xsi:type="dcterms:W3CDTF">2026-05-13T09:58:28Z</dcterms:modified>
  <cp:category/>
</cp:coreProperties>
</file>