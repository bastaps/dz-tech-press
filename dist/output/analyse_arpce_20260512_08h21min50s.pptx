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ALGERIA TECH - ANALYSE ARPCE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38BDF8"/>
                </a:solidFill>
                <a:latin typeface="Arial"/>
              </a:rPr>
              <a:t>Rapport Automatique de Données</a:t>
            </a:r>
          </a:p>
          <a:p>
            <a:r>
              <a:rPr sz="2400" b="0">
                <a:solidFill>
                  <a:srgbClr val="38BDF8"/>
                </a:solidFill>
                <a:latin typeface="Arial"/>
              </a:rPr>
              <a:t>12/05/2026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CHIFFRES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923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ABONNÉS</a:t>
            </a:r>
            <a:br/>
            <a:r>
              <a:t>4g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862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TO</a:t>
            </a:r>
            <a:br/>
            <a:r>
              <a:t>Abonnés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2560320" cy="2743200"/>
          </a:xfrm>
          <a:prstGeom prst="rect">
            <a:avLst/>
          </a:prstGeom>
          <a:noFill/>
          <a:ln w="25400">
            <a:solidFill>
              <a:srgbClr val="38BDF8"/>
            </a:solidFill>
          </a:ln>
        </p:spPr>
        <p:txBody>
          <a:bodyPr wrap="square">
            <a:spAutoFit/>
          </a:bodyPr>
          <a:lstStyle/>
          <a:p/>
          <a:p>
            <a:pPr>
              <a:defRPr sz="6400" b="1">
                <a:solidFill>
                  <a:srgbClr val="38BDF8"/>
                </a:solidFill>
              </a:defRPr>
            </a:pPr>
            <a:r>
              <a:t>819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TO</a:t>
            </a:r>
            <a:br/>
            <a:r>
              <a:t>Abonnés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Synthèse des Indicateurs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1 millions : 630 millions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Abonnés : 622 to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Gb : 390 gb</a:t>
            </a:r>
          </a:p>
          <a:p>
            <a:pPr>
              <a:spcAft>
                <a:spcPts val="2000"/>
              </a:spcAft>
              <a:defRPr sz="4000" b="1">
                <a:solidFill>
                  <a:srgbClr val="38BDF8"/>
                </a:solidFill>
              </a:defRPr>
            </a:pPr>
            <a:r>
              <a:t>➤ 1 millions : 367 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762000"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923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du nombre d’abonnés par technologie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Nombre d’abonnés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862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du trafic Data consommé global et par type d’abonnés 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Data global 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(E...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819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du nombre d’abonnés par technologie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 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2025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Abonnés de l...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630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de trafic Data consommé global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2025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du trafic (Go)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622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par type d’abonnement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par type d’abonnement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Dashboard Métriques - Page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Détails des Données (2)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762000"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Métrique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2400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>
                    <a:solidFill>
                      <a:srgbClr val="38BD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390 gb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Bande passante consommée (Pic de consommation)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 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2ème trimestre 2025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1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367 millions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de trafic Data consommé global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2025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Volume du trafic (Go)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347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du nombre d’abonnés par technologie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Nombre d’abonnés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4g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319 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du nombre d’abonnés par technologie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Nombre d’abonnés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Abonnés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314 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Répartition du nombre d’abonnés par technologie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Nombre d’abonnés </a:t>
                      </a:r>
                    </a:p>
                    <a:p>
                      <a:r>
                        <a:rPr sz="2400">
                          <a:solidFill>
                            <a:srgbClr val="FFFFFF"/>
                          </a:solidFill>
                        </a:rPr>
                        <a:t>3ème trimestre 202...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Visualisation des Données 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nalys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074289"/>
          </a:xfrm>
          <a:prstGeom prst="rect">
            <a:avLst/>
          </a:prstGeom>
          <a:ln w="25400">
            <a:solidFill>
              <a:srgbClr val="38BDF8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Analyse Détaillée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38BDF8"/>
                </a:solidFill>
              </a:defRPr>
            </a:pPr>
            <a:r>
              <a:t>➤ 0 </a:t>
            </a:r>
            <a:br/>
            <a:r>
              <a:t>ARPCE/Observatoire du marché de l’Internet en Algérie T2-2023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 </a:t>
            </a:r>
            <a:br/>
            <a:r>
              <a:t>REPUBLIQUE ALGERIENNE DEMOCRATIQUE ET POPULAIRE </a:t>
            </a:r>
            <a:br/>
            <a:r>
              <a:t>AUTORITÉ DE RÉGULATION DE...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PARC GLOBAL DES ABONNES DE L’INTERNET (FIXE ET MOBILE) .............................. 1 </a:t>
            </a:r>
            <a:br/>
            <a:r>
              <a:t>1.2....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FIXE ........................................................... 2 </a:t>
            </a:r>
            <a:br/>
            <a:r>
              <a:t>2.1....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MARCHE DE L’INTERNET DE TELEPHONIE MOBILE ...................................................... 4 </a:t>
            </a:r>
            <a:br/>
            <a:r>
              <a:t>3.1....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➤ ÉVOLUTION DU MARCHE DE L’INTERNET EN ALGERIE ................................................. 6 </a:t>
            </a:r>
            <a:br/>
            <a:r>
              <a:t>4.1.ÉVOLUTION DU PARC GLOBAL DES ABONNES DE L’INTERN...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25400">
            <a:solidFill>
              <a:srgbClr val="38BDF8"/>
            </a:solidFill>
          </a:ln>
        </p:spPr>
        <p:txBody>
          <a:bodyPr/>
          <a:lstStyle/>
          <a:p/>
          <a:p>
            <a:pPr>
              <a:defRPr sz="2400" b="1">
                <a:solidFill>
                  <a:srgbClr val="FFFFFF"/>
                </a:solidFill>
              </a:defRPr>
            </a:pPr>
            <a:r>
              <a:t>Les 3 chiffres les plus impactants du rapport :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4g: 923.0 abonnés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Abonnés: 862.0 to</a:t>
            </a:r>
          </a:p>
          <a:p>
            <a:pPr>
              <a:defRPr sz="3600" b="1">
                <a:solidFill>
                  <a:srgbClr val="38BDF8"/>
                </a:solidFill>
              </a:defRPr>
            </a:pPr>
            <a:r>
              <a:t>• 1 millions: 630.0 millions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