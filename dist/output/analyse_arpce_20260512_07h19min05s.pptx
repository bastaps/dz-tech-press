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ALGERIA TECH - ANALYSE ARPCE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38BDF8"/>
                </a:solidFill>
                <a:latin typeface="Arial"/>
              </a:rPr>
              <a:t>Rapport Automatique de Données</a:t>
            </a:r>
          </a:p>
          <a:p>
            <a:r>
              <a:rPr sz="2400" b="0">
                <a:solidFill>
                  <a:srgbClr val="38BDF8"/>
                </a:solidFill>
                <a:latin typeface="Arial"/>
              </a:rPr>
              <a:t>12/05/2026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CHIFFRES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923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ABONNÉS</a:t>
            </a:r>
            <a:br/>
            <a:r>
              <a:t>4g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862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TO</a:t>
            </a:r>
            <a:br/>
            <a:r>
              <a:t>Abonnés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819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TO</a:t>
            </a:r>
            <a:br/>
            <a:r>
              <a:t>Abonnés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Synthèse des Indicateurs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1 millions : 630 millions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Abonnés : 622 to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Gb : 390 gb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1 millions : 367 millions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762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923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862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Volume du trafic Data consommé global et par type d’abonnés  </a:t>
                      </a:r>
                    </a:p>
                    <a:p>
                      <a:r>
                        <a:t>Volume Data global  </a:t>
                      </a:r>
                    </a:p>
                    <a:p>
                      <a: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819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630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622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par type d’abonnement </a:t>
                      </a:r>
                    </a:p>
                    <a:p>
                      <a:r>
                        <a:t>Répartition par type d’abonnement </a:t>
                      </a:r>
                    </a:p>
                    <a:p>
                      <a: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762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390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Bande passante consommée (Pic de consommation)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  </a:t>
                      </a:r>
                    </a:p>
                    <a:p>
                      <a:r>
                        <a:t>2ème trimestre 2025 </a:t>
                      </a:r>
                    </a:p>
                    <a:p>
                      <a:r>
                        <a:t>3ème trimes...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367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Volume de trafic Data consommé global </a:t>
                      </a:r>
                    </a:p>
                    <a:p>
                      <a:r>
                        <a:t> </a:t>
                      </a:r>
                    </a:p>
                    <a:p>
                      <a:r>
                        <a:t>3ème trimestre 2025 </a:t>
                      </a:r>
                    </a:p>
                    <a:p>
                      <a:r>
                        <a:t>Volume du trafic (Go) </a:t>
                      </a:r>
                    </a:p>
                    <a:p>
                      <a: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347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319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314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Répartition du nombre d’abonnés par technologie </a:t>
                      </a:r>
                    </a:p>
                    <a:p>
                      <a:r>
                        <a:t>Nombre d’abonnés </a:t>
                      </a:r>
                    </a:p>
                    <a:p>
                      <a: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="http://schemas.openxmlformats.org/officeDocument/2006/main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Visualisation des Données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alys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074289"/>
          </a:xfrm>
          <a:prstGeom prst="rect">
            <a:avLst/>
          </a:prstGeom>
          <a:ln w="25400">
            <a:solidFill>
              <a:srgbClr val="38BDF8"/>
            </a:solidFill>
          </a:ln>
        </p:spPr>
      </p:pic>
    </p:spTree>
  </p:cSld>
  <p:clrMapOvr>
    <a:masterClrMapping/>
  </p:clrMapOvr>
  <p:transition xmlns:p="http://schemas.openxmlformats.org/officeDocument/2006/main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Analyse Détaillée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38BDF8"/>
                </a:solidFill>
              </a:defRPr>
            </a:pPr>
            <a:r>
              <a:t>➤ 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PARC GLOBAL DES ABONNES DE L’INTERNET (FIXE ET MOBILE) .............................. 1 </a:t>
            </a:r>
            <a:br/>
            <a:r>
              <a:t>1.2....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FIXE ........................................................... 2 </a:t>
            </a:r>
            <a:br/>
            <a:r>
              <a:t>2.1....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MOBILE ...................................................... 4 </a:t>
            </a:r>
            <a:br/>
            <a:r>
              <a:t>3.1....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ÉVOLUTION DU MARCHE DE L’INTERNET EN ALGERIE ................................................. 6 </a:t>
            </a:r>
            <a:br/>
            <a:r>
              <a:t>4.1.ÉVOLUTION DU PARC GLOBAL DES ABONNES DE L’INTERN...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Les 3 chiffres les plus impactants du rapport :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4g: 923.0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Abonnés: 862.0 to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1 millions: 630.0 millions</a:t>
            </a:r>
          </a:p>
        </p:txBody>
      </p:sp>
    </p:spTree>
  </p:cSld>
  <p:clrMapOvr>
    <a:masterClrMapping/>
  </p:clrMapOvr>
  <p:transition xmlns:p="http://schemas.openxmlformats.org/officeDocument/2006/main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