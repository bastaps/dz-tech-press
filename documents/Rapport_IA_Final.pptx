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Abonnés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Mobile</c:v>
                </c:pt>
                <c:pt idx="1">
                  <c:v>Fixe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88.72</c:v>
                </c:pt>
                <c:pt idx="1">
                  <c:v>11.28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2060"/>
                </a:solidFill>
              </a:defRPr>
            </a:pPr>
            <a:r>
              <a:t>OBSERVATOIRE DU MARCHÉ</a:t>
            </a:r>
          </a:p>
          <a:p>
            <a:r>
              <a:t>SYNTHÈSE GÉNÉRÉE PAR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Total Abonnés (M)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ED7D31"/>
                </a:solidFill>
              </a:defRPr>
            </a:pPr>
            <a:r>
              <a:t>60,46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28800"/>
            <a:ext cx="22860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Part Mobile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ED7D31"/>
                </a:solidFill>
              </a:defRPr>
            </a:pPr>
            <a:r>
              <a:t>88,72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28800"/>
            <a:ext cx="22860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Part Fixe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ED7D31"/>
                </a:solidFill>
              </a:defRPr>
            </a:pPr>
            <a:r>
              <a:t>11,28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Visualisation des Parts de Marché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