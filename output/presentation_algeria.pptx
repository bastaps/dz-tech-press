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ALGERIA TECH - DATA SHOW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38BDF8"/>
                </a:solidFill>
                <a:latin typeface="Arial"/>
              </a:rPr>
              <a:t>Analyse &amp; Statistiques</a:t>
            </a:r>
          </a:p>
          <a:p>
            <a:r>
              <a:rPr sz="2400" b="0">
                <a:solidFill>
                  <a:srgbClr val="38BDF8"/>
                </a:solidFill>
                <a:latin typeface="Arial"/>
              </a:rPr>
              <a:t>11/05/2026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solidFill>
                  <a:srgbClr val="C8C8C8"/>
                </a:solidFill>
                <a:latin typeface="Arial"/>
              </a:rPr>
              <a:t>Transformation des données textuelles en insights visuels pour Algeria Tech.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Analyse Chiffrée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p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471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Points Stratégiques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8BDF8"/>
                </a:solidFill>
              </a:defRPr>
            </a:pPr>
            <a:r>
              <a:t>• Analyse globale effectuée.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solidFill>
                  <a:srgbClr val="C8C8C8"/>
                </a:solidFill>
                <a:latin typeface="Arial"/>
              </a:rPr>
              <a:t>Rapport finalisé pour Algeria Tech.</a:t>
            </a:r>
          </a:p>
          <a:p>
            <a:r>
              <a:rPr sz="2400" b="0">
                <a:solidFill>
                  <a:srgbClr val="C8C8C8"/>
                </a:solidFill>
                <a:latin typeface="Arial"/>
              </a:rPr>
              <a:t>Mode Data Show activé.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